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"/>
          <p:cNvSpPr>
            <a:spLocks noGrp="1"/>
          </p:cNvSpPr>
          <p:nvPr>
            <p:ph type="ctrTitle"/>
          </p:nvPr>
        </p:nvSpPr>
        <p:spPr>
          <a:xfrm>
            <a:off x="838200" y="1709738"/>
            <a:ext cx="10515600" cy="1909763"/>
          </a:xfrm>
          <a:prstGeom prst="rect">
            <a:avLst/>
          </a:prstGeom>
        </p:spPr>
        <p:txBody>
          <a:bodyPr/>
          <a:lstStyle/>
          <a:p>
            <a:r>
              <a:rPr lang="zh-CN" sz="4400" dirty="0"/>
              <a:t>单击此处编辑母版标题样式</a:t>
            </a:r>
          </a:p>
        </p:txBody>
      </p:sp>
      <p:sp>
        <p:nvSpPr>
          <p:cNvPr id="3" name="副标题占位符"/>
          <p:cNvSpPr>
            <a:spLocks noGrp="1"/>
          </p:cNvSpPr>
          <p:nvPr>
            <p:ph type="subTitle" idx="1"/>
          </p:nvPr>
        </p:nvSpPr>
        <p:spPr>
          <a:xfrm>
            <a:off x="1750063" y="3884613"/>
            <a:ext cx="9291325" cy="1298575"/>
          </a:xfrm>
          <a:prstGeom prst="rect">
            <a:avLst/>
          </a:prstGeom>
        </p:spPr>
        <p:txBody>
          <a:bodyPr/>
          <a:lstStyle/>
          <a:p>
            <a:r>
              <a:rPr lang="zh-CN" sz="2000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sz="4400" dirty="0"/>
              <a:t>单击此处编辑母版标题样式</a:t>
            </a:r>
          </a:p>
        </p:txBody>
      </p:sp>
      <p:sp>
        <p:nvSpPr>
          <p:cNvPr id="3" name="正文占位符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zh-CN" sz="2800" dirty="0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709738"/>
            <a:ext cx="10515600" cy="1909763"/>
          </a:xfrm>
          <a:prstGeom prst="rect">
            <a:avLst/>
          </a:prstGeom>
        </p:spPr>
        <p:txBody>
          <a:bodyPr/>
          <a:lstStyle/>
          <a:p>
            <a:r>
              <a:rPr lang="zh-CN" sz="4400" dirty="0"/>
              <a:t>从零生成的演示文稿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50063" y="3884613"/>
            <a:ext cx="9291325" cy="1298575"/>
          </a:xfrm>
          <a:prstGeom prst="rect">
            <a:avLst/>
          </a:prstGeom>
        </p:spPr>
        <p:txBody>
          <a:bodyPr/>
          <a:lstStyle/>
          <a:p>
            <a:r>
              <a:rPr lang="zh-CN" sz="2000" dirty="0"/>
              <a:t>由 dsh-exp-office 生成（无模板文件）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plugin">
  <a:themeElements>
    <a:clrScheme name="office-plugin">
      <a:dk1>
        <a:sysClr val="windowText" lastClr="000000"/>
      </a:dk1>
      <a:lt1>
        <a:sysClr val="window" lastClr="FFFFFF"/>
      </a:lt1>
      <a:dk2>
        <a:srgbClr val="1F2A44"/>
      </a:dk2>
      <a:lt2>
        <a:srgbClr val="EEF2F8"/>
      </a:lt2>
      <a:accent1>
        <a:srgbClr val="2F6FEB"/>
      </a:accent1>
      <a:accent2>
        <a:srgbClr val="7A5AF8"/>
      </a:accent2>
      <a:accent3>
        <a:srgbClr val="12B886"/>
      </a:accent3>
      <a:accent4>
        <a:srgbClr val="F59F00"/>
      </a:accent4>
      <a:accent5>
        <a:srgbClr val="E8590C"/>
      </a:accent5>
      <a:accent6>
        <a:srgbClr val="D6336C"/>
      </a:accent6>
      <a:hlink>
        <a:srgbClr val="1C7ED6"/>
      </a:hlink>
      <a:folHlink>
        <a:srgbClr val="7048E8"/>
      </a:folHlink>
    </a:clrScheme>
    <a:fontScheme name="office-plugin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-plugi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tx1"/>
            </a:gs>
          </a:gsLst>
          <a:lin ang="5400000" scaled="0"/>
        </a:gradFill>
        <a:gradFill rotWithShape="1">
          <a:gsLst>
            <a:gs pos="0">
              <a:schemeClr val="lt1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dk1"/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dsh-exp-office</Application>
  <Slides>1</Slides>
  <PresentationFormat>宽屏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从零生成的演示文稿</dc:title>
  <dc:creator>dsh-exp-office</dc:creator>
  <cp:lastModifiedBy>dsh-exp-office</cp:lastModifiedBy>
  <dcterms:created xsi:type="dcterms:W3CDTF">2026-09-23T10:14:39Z</dcterms:created>
  <dcterms:modified xsi:type="dcterms:W3CDTF">2026-09-23T10:14:39Z</dcterms:modified>
</cp:coreProperties>
</file>