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0" y="2667000"/>
          <a:ext cx="457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81000">
                <a:tc>
                  <a:txBody>
                    <a:bodyPr/>
                    <a:lstStyle/>
                    <a:p>
                      <a:r>
                        <a:rPr lang="zh-CN" dirty="0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用例数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zh-CN" dirty="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46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zh-CN" dirty="0"/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73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zh-CN" dirty="0"/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进行中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/>
                        <a:t>66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