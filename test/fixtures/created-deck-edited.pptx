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.xml" ContentType="application/vnd.openxmlformats-officedocument.presentationml.slide+xml"/>
  <Override PartName="/ppt/charts/chart1.xml" ContentType="application/vnd.openxmlformats-officedocument.drawingml.chart+xml"/>
  <Default Extension="xlsx" ContentType="application/vnd.openxmlformats-officedocument.spreadsheetml.sheet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4"/>
  </p:sldIdLst>
  <p:sldSz cx="12192000" cy="6858000" type="screen16x9"/>
  <p:notesSz cx="6858000" cy="9144000"/>
  <p:defaultTextStyle>
    <a:defPPr>
      <a:defRPr lang="zh-CN"/>
    </a:defPPr>
  </p:defaultTextStyle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Relationship Id="rId4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t>编辑后的图表</a:t>
            </a:r>
          </a:p>
        </c:rich>
      </c:tx>
      <c:overlay val="0"/>
    </c:title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数值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一</c:v>
                </c:pt>
                <c:pt idx="1">
                  <c:v>二</c:v>
                </c:pt>
                <c:pt idx="2">
                  <c:v>三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</c:v>
                </c:pt>
                <c:pt idx="1">
                  <c:v>1</c:v>
                </c:pt>
                <c:pt idx="2">
                  <c:v>2</c:v>
                </c:pt>
              </c:numCache>
            </c:numRef>
          </c:val>
        </c:ser>
        <c:gapWidth val="15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crossAx val="222222222"/>
        <c:crosses val="autoZero"/>
        <c:auto val="1"/>
        <c:lblAlgn val="ctr"/>
        <c:lblOffset val="100"/>
      </c:catAx>
      <c:valAx>
        <c:axId val="222222222"/>
        <c:scaling>
          <c:orientation val="minMax"/>
        </c:scaling>
        <c:delete val="0"/>
        <c:axPos val="l"/>
        <c:crossAx val="111111111"/>
        <c:crosses val="autoZero"/>
        <c:crossBetween val="between"/>
      </c:valAx>
    </c:plotArea>
    <c:plotVisOnly val="1"/>
    <c:dispBlanksAs val="gap"/>
  </c:chart>
  <c:spPr>
    <a:solidFill>
      <a:schemeClr val="bg1"/>
    </a:solidFill>
  </c:sp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"/>
          <p:cNvSpPr>
            <a:spLocks noGrp="1"/>
          </p:cNvSpPr>
          <p:nvPr>
            <p:ph type="ctrTitle"/>
          </p:nvPr>
        </p:nvSpPr>
        <p:spPr>
          <a:xfrm>
            <a:off x="838200" y="1709738"/>
            <a:ext cx="10515600" cy="1909763"/>
          </a:xfrm>
          <a:prstGeom prst="rect">
            <a:avLst/>
          </a:prstGeom>
        </p:spPr>
        <p:txBody>
          <a:bodyPr/>
          <a:lstStyle/>
          <a:p>
            <a:r>
              <a:rPr lang="zh-CN" sz="4400" dirty="0"/>
              <a:t>单击此处编辑母版标题样式</a:t>
            </a:r>
          </a:p>
        </p:txBody>
      </p:sp>
      <p:sp>
        <p:nvSpPr>
          <p:cNvPr id="3" name="副标题占位符"/>
          <p:cNvSpPr>
            <a:spLocks noGrp="1"/>
          </p:cNvSpPr>
          <p:nvPr>
            <p:ph type="subTitle" idx="1"/>
          </p:nvPr>
        </p:nvSpPr>
        <p:spPr>
          <a:xfrm>
            <a:off x="1750063" y="3884613"/>
            <a:ext cx="9291325" cy="1298575"/>
          </a:xfrm>
          <a:prstGeom prst="rect">
            <a:avLst/>
          </a:prstGeom>
        </p:spPr>
        <p:txBody>
          <a:bodyPr/>
          <a:lstStyle/>
          <a:p>
            <a:r>
              <a:rPr lang="zh-CN" sz="2000" dirty="0"/>
              <a:t>单击此处编辑母版副标题样式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sz="4400" dirty="0"/>
              <a:t>单击此处编辑母版标题样式</a:t>
            </a:r>
          </a:p>
        </p:txBody>
      </p:sp>
      <p:sp>
        <p:nvSpPr>
          <p:cNvPr id="3" name="正文占位符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r>
              <a:rPr lang="zh-CN" sz="2800" dirty="0"/>
              <a:t/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38200" y="1709738"/>
            <a:ext cx="10515600" cy="1909763"/>
          </a:xfrm>
          <a:prstGeom prst="rect">
            <a:avLst/>
          </a:prstGeom>
        </p:spPr>
        <p:txBody>
          <a:bodyPr/>
          <a:lstStyle/>
          <a:p>
            <a:r>
              <a:rPr lang="zh-CN" sz="4400" dirty="0"/>
              <a:t>从零生成的演示文稿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750063" y="3884613"/>
            <a:ext cx="9291325" cy="1298575"/>
          </a:xfrm>
          <a:prstGeom prst="rect">
            <a:avLst/>
          </a:prstGeom>
        </p:spPr>
        <p:txBody>
          <a:bodyPr/>
          <a:lstStyle/>
          <a:p>
            <a:r>
              <a:rPr lang="zh-CN" sz="2000" dirty="0"/>
              <a:t>由 dsh-exp-office 生成（无模板文件）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  <a:chOff x="0" y="0"/>
        <a:chExt cx="0" cy="0"/>
      </p:grpSpPr>
      <p:sp>
        <p:nvSpPr>
          <p:cNvPr id="2" name="文本框 2"/>
          <p:cNvSpPr txBox="1"/>
          <p:nvPr/>
        </p:nvSpPr>
        <p:spPr>
          <a:xfrm>
            <a:off x="762000" y="571500"/>
            <a:ext cx="5715000" cy="762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zh-CN" sz="2800" b="1" dirty="0"/>
              <a:t>这一页是后加的</a:t>
            </a:r>
          </a:p>
        </p:txBody>
      </p:sp>
      <p:graphicFrame>
        <p:nvGraphicFramePr>
          <p:cNvPr id="3" name="Table 3"/>
          <p:cNvGraphicFramePr>
            <a:graphicFrameLocks noGrp="1"/>
          </p:cNvGraphicFramePr>
          <p:nvPr/>
        </p:nvGraphicFramePr>
        <p:xfrm>
          <a:off x="3238500" y="1905000"/>
          <a:ext cx="5715000" cy="76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2857500"/>
              </a:tblGrid>
              <a:tr h="381000">
                <a:tc>
                  <a:txBody>
                    <a:bodyPr/>
                    <a:lstStyle/>
                    <a:p>
                      <a:r>
                        <a:rPr lang="zh-CN" dirty="0"/>
                        <a:t>项目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dirty="0"/>
                        <a:t>状态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lang="zh-CN" dirty="0"/>
                        <a:t>主题生成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dirty="0"/>
                        <a:t>完成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图表 4"/>
          <p:cNvGraphicFramePr/>
          <p:nvPr/>
        </p:nvGraphicFramePr>
        <p:xfrm>
          <a:off x="3238500" y="3429000"/>
          <a:ext cx="571500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-plugin">
  <a:themeElements>
    <a:clrScheme name="office-plugin">
      <a:dk1>
        <a:sysClr val="windowText" lastClr="000000"/>
      </a:dk1>
      <a:lt1>
        <a:sysClr val="window" lastClr="FFFFFF"/>
      </a:lt1>
      <a:dk2>
        <a:srgbClr val="1F2A44"/>
      </a:dk2>
      <a:lt2>
        <a:srgbClr val="EEF2F8"/>
      </a:lt2>
      <a:accent1>
        <a:srgbClr val="2F6FEB"/>
      </a:accent1>
      <a:accent2>
        <a:srgbClr val="7A5AF8"/>
      </a:accent2>
      <a:accent3>
        <a:srgbClr val="12B886"/>
      </a:accent3>
      <a:accent4>
        <a:srgbClr val="F59F00"/>
      </a:accent4>
      <a:accent5>
        <a:srgbClr val="E8590C"/>
      </a:accent5>
      <a:accent6>
        <a:srgbClr val="D6336C"/>
      </a:accent6>
      <a:hlink>
        <a:srgbClr val="1C7ED6"/>
      </a:hlink>
      <a:folHlink>
        <a:srgbClr val="7048E8"/>
      </a:folHlink>
    </a:clrScheme>
    <a:fontScheme name="office-plugin">
      <a:majorFont>
        <a:latin typeface="Calibri Light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-plugin">
      <a:fillStyleLst>
        <a:solidFill>
          <a:schemeClr val="phClr"/>
        </a:solidFill>
        <a:gradFill rotWithShape="1">
          <a:gsLst>
            <a:gs pos="0">
              <a:schemeClr val="phClr"/>
            </a:gs>
            <a:gs pos="100000">
              <a:schemeClr val="tx1"/>
            </a:gs>
          </a:gsLst>
          <a:lin ang="5400000" scaled="0"/>
        </a:gradFill>
        <a:gradFill rotWithShape="1">
          <a:gsLst>
            <a:gs pos="0">
              <a:schemeClr val="lt1"/>
            </a:gs>
            <a:gs pos="100000">
              <a:schemeClr val="phClr"/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/>
            </a:gs>
            <a:gs pos="100000">
              <a:schemeClr val="dk1"/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dsh-exp-office</Application>
  <Slides>1</Slides>
  <PresentationFormat>宽屏</PresentationFormat>
  <Company/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从零生成的演示文稿</dc:title>
  <dc:creator>dsh-exp-office</dc:creator>
  <cp:lastModifiedBy>dsh-exp-office</cp:lastModifiedBy>
  <dcterms:created xsi:type="dcterms:W3CDTF">2026-09-23T10:14:39Z</dcterms:created>
  <dcterms:modified xsi:type="dcterms:W3CDTF">2026-09-23T10:14:39Z</dcterms:modified>
</cp:coreProperties>
</file>