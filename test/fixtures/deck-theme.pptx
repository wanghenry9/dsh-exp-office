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3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B2DE26-1F8D-47A1-A1B6-EA868AEAFD6D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5A1A5E-F8CA-4356-A6AB-4D5C315216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697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讲稿：重点说明保真度验证方法与真实软件复核。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A1A5E-F8CA-4356-A6AB-4D5C3152161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9094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B5F41C-1937-334C-DEB9-56012B8A63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85EB33-F3E7-4DF7-234F-5A2EAD7A0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022EB7-7F66-E87B-E84F-276ECA361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F19AB3-4DFE-40C7-8CE8-5B110D33C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94C36E-8239-F5E3-1068-7F1F85FAF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201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E73BA7-3FFB-68C2-EE36-7FD005E9F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B9669E-CA09-C643-D71A-E16066AB9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CF6F52-BD45-A1D3-9AC5-5BC1A16C0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F1BFE1-F8CF-FF43-0BFF-57F47768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276A56-F88C-FBD5-84DC-DBC1DB5B2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481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2E2FF6-F069-3E6D-A1A7-AD8B005DD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901EED-E1BD-3F26-4A1E-B15F467F5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DF443F-C716-54B9-0DE0-5187AC6B4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00F661-AAC7-4528-C1E6-E1463B1F1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28F19C-3A14-A4E6-765D-36D1EEED2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129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C4E5B6-9DC4-FFD3-4220-91523E6C7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C36B90-13D8-9230-45C4-C024C76FE6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553EF7-C8FC-BACE-6DC7-C83D33D1F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53F238-D444-E1F4-CEC4-AEFC2A5DF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EC34CD-5133-0ABA-68EA-616DE87FB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941DE1-CCFE-F793-48CE-F667BFB21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906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053652-03B6-1A5E-7E9C-4AF7D2A8C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241528-A957-E143-08DD-1D85E94E7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64249A-6BFF-72C4-2224-404766225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0178F61-B483-D504-D6F9-E8CDB8FBAE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50EC530-F688-B537-3954-18C8BD2915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483648A-EF9A-FFAD-A948-2155CD400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249D3A2-2321-DC84-E581-54BD52321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0E6274D-8415-8C34-CB28-CD0A5E66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3759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55EFF2-036D-BD68-094C-C379D1CB9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E2EA4E2-9E71-208A-BD42-5543B542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B2DDA2-8B1C-CD9F-3E95-2DA1BAFE7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F81DC8-E4CF-3A10-FDC3-9382971FC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97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F391BB7-704D-09CF-BB00-42A403416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8968145-9AE6-855B-D84D-8EF6CB982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473F92-833A-DB3E-3A51-5C948B50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4541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C5B588-22F8-662B-B5EF-5CC6D2711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B67D21-D34C-157C-ACDD-C3AF991ED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065330-DB7F-F17F-56D7-BDEDD7CB1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5DCAD8-4460-22AE-575B-5C77CAACC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3BC256-90AD-953F-BD04-868549BDE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FB9343-9A51-10B5-618E-AD351F182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20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FAFE04-34AA-7596-20AD-84C8B5AA7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07BE351-53E4-76FA-9979-B51F1ECA73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14FB32-94FC-7846-99DE-EBFA79731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C7B7F4-EBAE-7A77-52E5-D73B7116A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2EB9C2-4310-E0B3-FD9F-316FECEA3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2F5F4B-04D6-7D90-2177-7C772CB4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496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36E43A-37D9-93E2-0958-4FC0E252B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70937B1-F4A6-A819-CF58-A3CB6819E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95E3E2-0EB1-D8E4-4146-05B5EEC85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18518F-9DFF-B6DF-AEB0-1018512C5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152E39-3EAA-3275-71AA-15DE4E5C4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940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8BE9FF2-2902-2F34-68C0-010F810321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54D30C-BE08-862B-E1B8-9A265EAABF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436DC3-415A-7DC3-F436-BFC4FACF8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622BFD-3DD2-5FFC-3E1F-5EB7717F7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796E27-3FB7-FF0B-5FBA-5FD31BDAD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698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080395-583A-8BC0-6AB9-0149A6CDE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B0AD71-56D0-FC57-4BEC-07399EA09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A686BA-3338-89F6-3DDF-124568FDF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B363B8-D8A0-7726-BA55-2314673B5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6A06A5-B86D-4178-E717-AFAC174C9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357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0323C6E-A159-CD4A-8143-ACC605FE5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4C4F30-F21A-D970-4451-DA9EB4AFF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8EB26D-2D9F-1280-1F65-595264AD05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C0B73F-CE77-B516-7214-8C0C7BB793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AC0471-D333-51A9-D4DF-D801C84DB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972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B9CFF9-D980-8678-38D9-265E3CD5D3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季度业务报告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89061B1-AA6B-2806-0BA3-A696209C6F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技术方案与实施进展 </a:t>
            </a:r>
            <a:r>
              <a:rPr lang="en-US" altLang="zh-CN"/>
              <a:t>· 2026 Q3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24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F2CC10-BD8D-CE78-4AC1-8CEF164D2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本季度进展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A9FF88-6E85-E198-E983-1D0BA06E2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完成 </a:t>
            </a:r>
            <a:r>
              <a:rPr lang="en-US" altLang="zh-CN"/>
              <a:t>XLSX </a:t>
            </a:r>
            <a:r>
              <a:rPr lang="zh-CN" altLang="en-US"/>
              <a:t>读写与保真度验证</a:t>
            </a:r>
          </a:p>
          <a:p>
            <a:r>
              <a:rPr lang="zh-CN" altLang="en-US"/>
              <a:t>完成 </a:t>
            </a:r>
            <a:r>
              <a:rPr lang="en-US" altLang="zh-CN"/>
              <a:t>DOCX </a:t>
            </a:r>
            <a:r>
              <a:rPr lang="zh-CN" altLang="en-US"/>
              <a:t>读写与转 </a:t>
            </a:r>
            <a:r>
              <a:rPr lang="en-US" altLang="zh-CN"/>
              <a:t>PDF</a:t>
            </a:r>
          </a:p>
          <a:p>
            <a:r>
              <a:rPr lang="en-US" altLang="zh-CN"/>
              <a:t>PPTX </a:t>
            </a:r>
            <a:r>
              <a:rPr lang="zh-CN" altLang="en-US"/>
              <a:t>适配器开发中</a:t>
            </a:r>
          </a:p>
        </p:txBody>
      </p:sp>
    </p:spTree>
    <p:extLst>
      <p:ext uri="{BB962C8B-B14F-4D97-AF65-F5344CB8AC3E}">
        <p14:creationId xmlns:p14="http://schemas.microsoft.com/office/powerpoint/2010/main" val="990189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0754F27-4865-9F3F-41DF-F871EDDD4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626029"/>
              </p:ext>
            </p:extLst>
          </p:nvPr>
        </p:nvGraphicFramePr>
        <p:xfrm>
          <a:off x="762000" y="1016000"/>
          <a:ext cx="6350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6667">
                  <a:extLst>
                    <a:ext uri="{9D8B030D-6E8A-4147-A177-3AD203B41FA5}">
                      <a16:colId xmlns:a16="http://schemas.microsoft.com/office/drawing/2014/main" val="167242757"/>
                    </a:ext>
                  </a:extLst>
                </a:gridCol>
                <a:gridCol w="2116667">
                  <a:extLst>
                    <a:ext uri="{9D8B030D-6E8A-4147-A177-3AD203B41FA5}">
                      <a16:colId xmlns:a16="http://schemas.microsoft.com/office/drawing/2014/main" val="1621651178"/>
                    </a:ext>
                  </a:extLst>
                </a:gridCol>
                <a:gridCol w="2116667">
                  <a:extLst>
                    <a:ext uri="{9D8B030D-6E8A-4147-A177-3AD203B41FA5}">
                      <a16:colId xmlns:a16="http://schemas.microsoft.com/office/drawing/2014/main" val="208995566"/>
                    </a:ext>
                  </a:extLst>
                </a:gridCol>
              </a:tblGrid>
              <a:tr h="846667">
                <a:tc>
                  <a:txBody>
                    <a:bodyPr/>
                    <a:lstStyle/>
                    <a:p>
                      <a:r>
                        <a:rPr lang="zh-CN" altLang="en-US"/>
                        <a:t>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测试数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051080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en-US" altLang="zh-CN"/>
                        <a:t>XLSX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46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0002087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en-US" altLang="zh-CN"/>
                        <a:t>DOCX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73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46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6096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4BAF06-72CF-F527-022F-645BB59D8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附录：内部草稿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CD7AC9-F777-21A1-F908-C0BBF8AB3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本页不应出现在正式放映中。</a:t>
            </a:r>
          </a:p>
        </p:txBody>
      </p:sp>
    </p:spTree>
    <p:extLst>
      <p:ext uri="{BB962C8B-B14F-4D97-AF65-F5344CB8AC3E}">
        <p14:creationId xmlns:p14="http://schemas.microsoft.com/office/powerpoint/2010/main" val="2322355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FF0000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FF0000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Microsoft Office PowerPoint</Application>
  <PresentationFormat>宽屏</PresentationFormat>
  <Paragraphs>19</Paragraphs>
  <Slides>4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季度业务报告</vt:lpstr>
      <vt:lpstr>本季度进展</vt:lpstr>
      <vt:lpstr>PowerPoint 演示文稿</vt:lpstr>
      <vt:lpstr>附录：内部草稿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dsh-exp-office</dc:creator>
  <cp:lastModifiedBy>dsh-exp-office</cp:lastModifiedBy>
  <cp:revision>1</cp:revision>
  <dcterms:created xsi:type="dcterms:W3CDTF">2026-09-22T04:19:49Z</dcterms:created>
  <dcterms:modified xsi:type="dcterms:W3CDTF">2026-09-22T04:19:49Z</dcterms:modified>
</cp:coreProperties>
</file>