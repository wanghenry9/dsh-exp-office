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3"/>
    <p:sldId id="260" r:id="rId11"/>
    <p:sldId id="256" r:id="rId2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1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