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2026 年第三季度业务报告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XLSX：读写与保真度验证已完成</a:t>
            </a:r>
          </a:p>
          <a:p>
            <a:r>
              <a:rPr lang="zh-CN" dirty="0"/>
              <a:t>DOCX：读写与转 PDF 已完成</a:t>
            </a:r>
          </a:p>
          <a:p>
            <a:r>
              <a:rPr lang="zh-CN" dirty="0"/>
              <a:t>PPTX：读取已完成，写入开发中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